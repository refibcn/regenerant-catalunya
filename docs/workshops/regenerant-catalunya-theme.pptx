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DF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14033"/>
                </a:solidFill>
                <a:latin typeface="Inter"/>
              </a:defRPr>
            </a:pPr>
            <a:r>
              <a:t>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DF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14033"/>
                </a:solidFill>
                <a:latin typeface="Inter"/>
              </a:defRPr>
            </a:pPr>
            <a:r>
              <a:t>Content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DF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14033"/>
                </a:solidFill>
                <a:latin typeface="Inter"/>
              </a:defRPr>
            </a:pPr>
            <a:r>
              <a:t>Two Column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