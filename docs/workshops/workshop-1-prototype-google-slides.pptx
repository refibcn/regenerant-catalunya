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  <a:defRPr sz="4400" b="1">
                <a:solidFill>
                  <a:srgbClr val="214033"/>
                </a:solidFill>
                <a:latin typeface="Inter"/>
              </a:defRPr>
            </a:pPr>
            <a:r>
              <a:rPr/>
              <a:t>Workshop 1: Web3 Wallet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Regenerant Catalunya - Phase 1</a:t>
            </a:r>
            <a:br/>
            <a:br/>
            <a:r>
              <a:rPr sz="1800">
                <a:solidFill>
                  <a:srgbClr val="092045"/>
                </a:solidFill>
                <a:latin typeface="Inter"/>
              </a:rPr>
              <a:t>ReFi Barcelona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November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  <a:defRPr sz="4400" b="1">
                <a:solidFill>
                  <a:srgbClr val="214033"/>
                </a:solidFill>
                <a:latin typeface="Inter"/>
              </a:defRPr>
            </a:pPr>
            <a:r>
              <a:rPr/>
              <a:t>Title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Introducción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  <a:defRPr sz="4400" b="1">
                <a:solidFill>
                  <a:srgbClr val="214033"/>
                </a:solidFill>
                <a:latin typeface="Inter"/>
              </a:defRPr>
            </a:pPr>
            <a:r>
              <a:rPr/>
              <a:t>Workshop 1: Web3 Wallet Education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Regenerant Catalunya - Phase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Introducción a Regenerant Catalunya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¿Por qué Web3?</a:t>
            </a:r>
            <a:r>
              <a:rPr sz="1800">
                <a:solidFill>
                  <a:srgbClr val="092045"/>
                </a:solidFill>
                <a:latin typeface="Inter"/>
              </a:rPr>
              <a:t> (Mitos y preocupaciones)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Visión a largo plazo</a:t>
            </a:r>
            <a:r>
              <a:rPr sz="1800">
                <a:solidFill>
                  <a:srgbClr val="092045"/>
                </a:solidFill>
                <a:latin typeface="Inter"/>
              </a:rPr>
              <a:t> (BioFi e Infraestructura Financiera Bioregional)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La ronda de financiación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Timeline y actividades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Sobre las wallets Web3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b="1" sz="1800">
                <a:solidFill>
                  <a:srgbClr val="092045"/>
                </a:solidFill>
                <a:latin typeface="Inter"/>
              </a:rPr>
              <a:t>Grupos de trabajo</a:t>
            </a:r>
            <a:r>
              <a:rPr sz="1800">
                <a:solidFill>
                  <a:srgbClr val="092045"/>
                </a:solidFill>
                <a:latin typeface="Inter"/>
              </a:rPr>
              <a:t> (configuración de wallets)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Duración:</a:t>
            </a:r>
            <a:r>
              <a:rPr sz="1800">
                <a:solidFill>
                  <a:srgbClr val="092045"/>
                </a:solidFill>
                <a:latin typeface="Inter"/>
              </a:rPr>
              <a:t> 1.5 horas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Introducción a Regenerant Catalunya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¿Qué es Regenerant Catalunya?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Ronda de financiación participativa</a:t>
            </a:r>
            <a:r>
              <a:rPr sz="1800">
                <a:solidFill>
                  <a:srgbClr val="092045"/>
                </a:solidFill>
                <a:latin typeface="Inter"/>
              </a:rPr>
              <a:t> que conecta proyectos regenerativos catalanes con infraestructura Web3 global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11 proyectos</a:t>
            </a:r>
            <a:r>
              <a:rPr sz="1800">
                <a:solidFill>
                  <a:srgbClr val="092045"/>
                </a:solidFill>
                <a:latin typeface="Inter"/>
              </a:rPr>
              <a:t> apoyados en esta fase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€29,200</a:t>
            </a:r>
            <a:r>
              <a:rPr sz="1800">
                <a:solidFill>
                  <a:srgbClr val="092045"/>
                </a:solidFill>
                <a:latin typeface="Inter"/>
              </a:rPr>
              <a:t> en fondos totales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2 fases:</a:t>
            </a:r>
            <a:r>
              <a:rPr sz="1800">
                <a:solidFill>
                  <a:srgbClr val="092045"/>
                </a:solidFill>
                <a:latin typeface="Inter"/>
              </a:rPr>
              <a:t> Asignación inicial + Gobernanza colectiva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Introducción a Regenerant Catalunya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Socios Locales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Miceli Social</a:t>
            </a:r>
            <a:r>
              <a:rPr sz="1800">
                <a:solidFill>
                  <a:srgbClr val="092045"/>
                </a:solidFill>
                <a:latin typeface="Inter"/>
              </a:rPr>
              <a:t> (€6,000) - Proyectos rurales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La Fundició / Keras Buti</a:t>
            </a:r>
            <a:r>
              <a:rPr sz="1800">
                <a:solidFill>
                  <a:srgbClr val="092045"/>
                </a:solidFill>
                <a:latin typeface="Inter"/>
              </a:rPr>
              <a:t> (€5,000) - Proyectos urbanos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Socio Global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Localism Fund</a:t>
            </a:r>
            <a:r>
              <a:rPr sz="1800">
                <a:solidFill>
                  <a:srgbClr val="092045"/>
                </a:solidFill>
                <a:latin typeface="Inter"/>
              </a:rPr>
              <a:t> (€18,200) - Matching de fondos globales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¿Por qué Web3?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Mitos Comunes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Mito:</a:t>
            </a:r>
            <a:r>
              <a:rPr sz="1800">
                <a:solidFill>
                  <a:srgbClr val="092045"/>
                </a:solidFill>
                <a:latin typeface="Inter"/>
              </a:rPr>
              <a:t> Web3 es solo para especuladores y cripto-aficionados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Realidad:</a:t>
            </a:r>
            <a:r>
              <a:rPr sz="1800">
                <a:solidFill>
                  <a:srgbClr val="092045"/>
                </a:solidFill>
                <a:latin typeface="Inter"/>
              </a:rPr>
              <a:t> Web3 ofrece herramientas prácticas para financiación transparente y gestión de impacto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¿Por qué Web3?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Preocupaciones Comunes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“Es muy técnico”</a:t>
            </a:r>
            <a:r>
              <a:rPr sz="1800">
                <a:solidFill>
                  <a:srgbClr val="092045"/>
                </a:solidFill>
                <a:latin typeface="Inter"/>
              </a:rPr>
              <a:t> → Wallets modernas son fáciles de usar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“Puedo perder mis fondos”</a:t>
            </a:r>
            <a:r>
              <a:rPr sz="1800">
                <a:solidFill>
                  <a:srgbClr val="092045"/>
                </a:solidFill>
                <a:latin typeface="Inter"/>
              </a:rPr>
              <a:t> → Recuperación social reduce riesgos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“No es seguro”</a:t>
            </a:r>
            <a:r>
              <a:rPr sz="1800">
                <a:solidFill>
                  <a:srgbClr val="092045"/>
                </a:solidFill>
                <a:latin typeface="Inter"/>
              </a:rPr>
              <a:t> → Transacciones on-chain son verificables públicamente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“No es para organizaciones”</a:t>
            </a:r>
            <a:r>
              <a:rPr sz="1800">
                <a:solidFill>
                  <a:srgbClr val="092045"/>
                </a:solidFill>
                <a:latin typeface="Inter"/>
              </a:rPr>
              <a:t> → Herramientas diseñadas para equipos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¿Por qué Web3?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Problemas Tradicionales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Barreras bancarias internacionales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Reportes de impacto tardíos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Falta de transparencia financiera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Documentación desconectada del trabajo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Soluciones Web3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Acceso global sin barreras bancarias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Transacciones visibles en tiempo real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Transparencia total on-chain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Documentación integrada en el flujo de trabajo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Visión a Largo Plazo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BioFi e Infraestructura Financiera Bioregional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Infraestructura sostenible</a:t>
            </a:r>
            <a:r>
              <a:rPr sz="1800">
                <a:solidFill>
                  <a:srgbClr val="092045"/>
                </a:solidFill>
                <a:latin typeface="Inter"/>
              </a:rPr>
              <a:t> para regeneración bioregional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Modelo replicable</a:t>
            </a:r>
            <a:r>
              <a:rPr sz="1800">
                <a:solidFill>
                  <a:srgbClr val="092045"/>
                </a:solidFill>
                <a:latin typeface="Inter"/>
              </a:rPr>
              <a:t> para otras bioregiones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Herramientas abiertas</a:t>
            </a:r>
            <a:r>
              <a:rPr sz="1800">
                <a:solidFill>
                  <a:srgbClr val="092045"/>
                </a:solidFill>
                <a:latin typeface="Inter"/>
              </a:rPr>
              <a:t> y conocimiento compartido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Gobernanza colectiva</a:t>
            </a:r>
            <a:r>
              <a:rPr sz="1800">
                <a:solidFill>
                  <a:srgbClr val="092045"/>
                </a:solidFill>
                <a:latin typeface="Inter"/>
              </a:rPr>
              <a:t> a nivel de 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La Ronda de Financiación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Estructura de Dos Fases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Fase 1 (Nov-Dic 2025):</a:t>
            </a:r>
            <a:r>
              <a:rPr sz="1800">
                <a:solidFill>
                  <a:srgbClr val="092045"/>
                </a:solidFill>
                <a:latin typeface="Inter"/>
              </a:rPr>
              <a:t> Asignación inicial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€1,000-1,500 por proyecto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Configuración de wallets y KarmaGap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Talleres de capacitación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Fase 2 (Ene-Feb 2026):</a:t>
            </a:r>
            <a:r>
              <a:rPr sz="1800">
                <a:solidFill>
                  <a:srgbClr val="092045"/>
                </a:solidFill>
                <a:latin typeface="Inter"/>
              </a:rPr>
              <a:t> Gobernanza colectiva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~€6,000 para red Miceli Social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~€5,000 para red La Fundició/Keras Buti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Decisiones colectivas sobre asignación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Timeline y Actividades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Fase 1 - Próximos Pasos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Actividad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 17-21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Workshop 1</a:t>
                      </a:r>
                      <a:r>
                        <a:rPr/>
                        <a:t> - Configuración de wallets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Dic 4-19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Horas de oficina - Soporte para proyectos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Dic 8-14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Workshop 2</a:t>
                      </a:r>
                      <a:r>
                        <a:rPr/>
                        <a:t> - Documentación de impacto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 Dic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Desembolso Fase 1</a:t>
                      </a:r>
                    </a:p>
                  </a:txBody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457200" y="1203325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Timeline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Fase 2 - Vista Previa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Enero-Febrero 2026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Gobernanza colectiva usando herramientas Web3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Gardens, Safe multisig, Sarafu, Cycles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Decisiones sobre asignación de fondos adicionales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Sobre las Wallets Web3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¿Qué es una Wallet Web3?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Una wallet Web3 es una herramienta digital que permite: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Gestionar fondos</a:t>
            </a:r>
            <a:r>
              <a:rPr sz="1800">
                <a:solidFill>
                  <a:srgbClr val="092045"/>
                </a:solidFill>
                <a:latin typeface="Inter"/>
              </a:rPr>
              <a:t> de forma segura y autónoma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Recibir y enviar</a:t>
            </a:r>
            <a:r>
              <a:rPr sz="1800">
                <a:solidFill>
                  <a:srgbClr val="092045"/>
                </a:solidFill>
                <a:latin typeface="Inter"/>
              </a:rPr>
              <a:t> pagos globalmente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Conectar con herramientas</a:t>
            </a:r>
            <a:r>
              <a:rPr sz="1800">
                <a:solidFill>
                  <a:srgbClr val="092045"/>
                </a:solidFill>
                <a:latin typeface="Inter"/>
              </a:rPr>
              <a:t> de impacto y gobernanza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Mantener transparencia</a:t>
            </a:r>
            <a:r>
              <a:rPr sz="1800">
                <a:solidFill>
                  <a:srgbClr val="092045"/>
                </a:solidFill>
                <a:latin typeface="Inter"/>
              </a:rPr>
              <a:t> total de transacciones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🔐 Recuperación Social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A diferencia de wallets tradicionales, wallets como </a:t>
            </a:r>
            <a:r>
              <a:rPr b="1" sz="1800">
                <a:solidFill>
                  <a:srgbClr val="092045"/>
                </a:solidFill>
                <a:latin typeface="Inter"/>
              </a:rPr>
              <a:t>Valora</a:t>
            </a:r>
            <a:r>
              <a:rPr sz="1800">
                <a:solidFill>
                  <a:srgbClr val="092045"/>
                </a:solidFill>
                <a:latin typeface="Inter"/>
              </a:rPr>
              <a:t> y </a:t>
            </a:r>
            <a:r>
              <a:rPr b="1" sz="1800">
                <a:solidFill>
                  <a:srgbClr val="092045"/>
                </a:solidFill>
                <a:latin typeface="Inter"/>
              </a:rPr>
              <a:t>Minipay</a:t>
            </a:r>
            <a:r>
              <a:rPr sz="1800">
                <a:solidFill>
                  <a:srgbClr val="092045"/>
                </a:solidFill>
                <a:latin typeface="Inter"/>
              </a:rPr>
              <a:t> permiten recuperar acceso a través de contactos de confianza si se pierden las claves.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Reduce el riesgo</a:t>
            </a:r>
            <a:r>
              <a:rPr sz="1800">
                <a:solidFill>
                  <a:srgbClr val="092045"/>
                </a:solidFill>
                <a:latin typeface="Inter"/>
              </a:rPr>
              <a:t> para organizaciones nuevas en Web3.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💰 Gestión Transparente de Fondos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Todas las transacciones son visibles on-chain, creando: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Rendición de cuentas</a:t>
            </a:r>
            <a:r>
              <a:rPr sz="1800">
                <a:solidFill>
                  <a:srgbClr val="092045"/>
                </a:solidFill>
                <a:latin typeface="Inter"/>
              </a:rPr>
              <a:t> y confianza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Visibilidad en tiempo real</a:t>
            </a:r>
            <a:r>
              <a:rPr sz="1800">
                <a:solidFill>
                  <a:srgbClr val="092045"/>
                </a:solidFill>
                <a:latin typeface="Inter"/>
              </a:rPr>
              <a:t> para financiadores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Transparencia financiera</a:t>
            </a:r>
            <a:r>
              <a:rPr sz="1800">
                <a:solidFill>
                  <a:srgbClr val="092045"/>
                </a:solidFill>
                <a:latin typeface="Inter"/>
              </a:rPr>
              <a:t> completa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🌍 Acceso Global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Los proyectos pueden recibir financiación desde cualquier parte del mundo sin: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Barreras bancarias tradicionales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Problemas de conversión de moneda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Restricciones organizacionales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🔗 Integración con Herramientas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Las wallets se conectan con plataformas como </a:t>
            </a:r>
            <a:r>
              <a:rPr b="1" sz="1800">
                <a:solidFill>
                  <a:srgbClr val="092045"/>
                </a:solidFill>
                <a:latin typeface="Inter"/>
              </a:rPr>
              <a:t>KarmaGap</a:t>
            </a:r>
            <a:r>
              <a:rPr sz="1800">
                <a:solidFill>
                  <a:srgbClr val="092045"/>
                </a:solidFill>
                <a:latin typeface="Inter"/>
              </a:rPr>
              <a:t> para: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Reporte de impacto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Registros verificables de actividades regenerativas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Crear un “currículum vivo” del proyecto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1. Configurar una Wallet Web3 en Celo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Elegir entre Valora, Minipay u otras opciones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Entender las diferencias y casos de uso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Guía paso a paso de configuración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2. Seguridad y Recuperación Social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Cómo configurar contactos de recuperación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Mejores prácticas para gestión de claves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Estrategias para gestión organizacional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3. Recibir y Gestionar Fondos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Cómo recibir fondos de la wallet multisig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Entender transacciones on-chain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Convertir a moneda fiat cuando sea necesario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4. Conectar con Herramientas de Impacto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Integración WalletConnect con KarmaGap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Construir registros verificables de impacto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Crear documentación transparente del proyecto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5. Mejores Prácticas Organizacionales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Consideraciones multi-firma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Acceso del equipo y seguridad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Integración con sistemas financieros existentes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Opciones de Wallets Recomendadas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Valora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Plataforma:</a:t>
            </a:r>
            <a:r>
              <a:rPr sz="1800">
                <a:solidFill>
                  <a:srgbClr val="092045"/>
                </a:solidFill>
                <a:latin typeface="Inter"/>
              </a:rPr>
              <a:t> Móvil (iOS/Android)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Características:</a:t>
            </a:r>
            <a:r>
              <a:rPr sz="1800">
                <a:solidFill>
                  <a:srgbClr val="092045"/>
                </a:solidFill>
                <a:latin typeface="Inter"/>
              </a:rPr>
              <a:t> Recuperación social, fácil de usar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Ideal para:</a:t>
            </a:r>
            <a:r>
              <a:rPr sz="1800">
                <a:solidFill>
                  <a:srgbClr val="092045"/>
                </a:solidFill>
                <a:latin typeface="Inter"/>
              </a:rPr>
              <a:t> Proyectos que necesitan acceso móvil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Minipay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Plataforma:</a:t>
            </a:r>
            <a:r>
              <a:rPr sz="1800">
                <a:solidFill>
                  <a:srgbClr val="092045"/>
                </a:solidFill>
                <a:latin typeface="Inter"/>
              </a:rPr>
              <a:t> Integrado en Opera Browser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Características:</a:t>
            </a:r>
            <a:r>
              <a:rPr sz="1800">
                <a:solidFill>
                  <a:srgbClr val="092045"/>
                </a:solidFill>
                <a:latin typeface="Inter"/>
              </a:rPr>
              <a:t> Acceso desde navegador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Ideal para:</a:t>
            </a:r>
            <a:r>
              <a:rPr sz="1800">
                <a:solidFill>
                  <a:srgbClr val="092045"/>
                </a:solidFill>
                <a:latin typeface="Inter"/>
              </a:rPr>
              <a:t> Proyectos que trabajan principalmente en web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El Enfoque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Construyendo Capacidad, No Solo Enseñando Tecnología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No solo enseñamos tecnología—estamos construyendo capacidad para financiación regenerativa continua.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Los proyectos usarán estas herramientas más allá de este programa, creando infraestructura para: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Futuras rondas de financiación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Documentación transparente de impacto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Gobernanza colectiva a nivel de red (Fase 2)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Regeneración bioregional continua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4400" b="1">
                <a:solidFill>
                  <a:srgbClr val="214033"/>
                </a:solidFill>
                <a:latin typeface="Inter"/>
              </a:defRPr>
            </a:pPr>
            <a:r>
              <a:rPr/>
              <a:t>Formato del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Estructura (1.5 horas)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60 minutos:</a:t>
            </a:r>
            <a:r>
              <a:rPr sz="1800">
                <a:solidFill>
                  <a:srgbClr val="092045"/>
                </a:solidFill>
                <a:latin typeface="Inter"/>
              </a:rPr>
              <a:t> Presentación con pausas estratégicas para Q&amp;A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30 minutos:</a:t>
            </a:r>
            <a:r>
              <a:rPr sz="1800">
                <a:solidFill>
                  <a:srgbClr val="092045"/>
                </a:solidFill>
                <a:latin typeface="Inter"/>
              </a:rPr>
              <a:t> Grupos de trabajo para soporte en configuración de wallets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Divididos en 3 grupos de 3-4 proyectos cada uno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sz="1800">
                <a:solidFill>
                  <a:srgbClr val="092045"/>
                </a:solidFill>
                <a:latin typeface="Inter"/>
              </a:rPr>
              <a:t>Asistencia personalizada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4400" b="1">
                <a:solidFill>
                  <a:srgbClr val="214033"/>
                </a:solidFill>
                <a:latin typeface="Inter"/>
              </a:defRPr>
            </a:pPr>
            <a:r>
              <a:rPr/>
              <a:t>Formato del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Idioma y Soporte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Idioma:</a:t>
            </a:r>
            <a:r>
              <a:rPr sz="1800">
                <a:solidFill>
                  <a:srgbClr val="092045"/>
                </a:solidFill>
                <a:latin typeface="Inter"/>
              </a:rPr>
              <a:t> Español (materiales disponibles en catalán)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Soporte:</a:t>
            </a:r>
            <a:r>
              <a:rPr sz="1800">
                <a:solidFill>
                  <a:srgbClr val="092045"/>
                </a:solidFill>
                <a:latin typeface="Inter"/>
              </a:rPr>
              <a:t> Horas de oficina de seguimiento disponibles para proyectos que necesiten ayuda adicional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Entregable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Al finalizar este workshop, cada proyecto debe tener: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✅ Wallet Web3 abierta y configurada ✅ Contactos de recuperación social establecidos ✅ Wallet conectada y lista para recibir fondos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Grupos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Configuración de Wallets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Ahora nos dividiremos en </a:t>
            </a:r>
            <a:r>
              <a:rPr b="1" sz="1800">
                <a:solidFill>
                  <a:srgbClr val="092045"/>
                </a:solidFill>
                <a:latin typeface="Inter"/>
              </a:rPr>
              <a:t>3 grupos</a:t>
            </a:r>
            <a:r>
              <a:rPr sz="1800">
                <a:solidFill>
                  <a:srgbClr val="092045"/>
                </a:solidFill>
                <a:latin typeface="Inter"/>
              </a:rPr>
              <a:t> para: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sz="1800">
                <a:solidFill>
                  <a:srgbClr val="092045"/>
                </a:solidFill>
                <a:latin typeface="Inter"/>
              </a:rPr>
              <a:t>Configuración paso a paso de wallets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sz="1800">
                <a:solidFill>
                  <a:srgbClr val="092045"/>
                </a:solidFill>
                <a:latin typeface="Inter"/>
              </a:rPr>
              <a:t>Establecer recuperación social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sz="1800">
                <a:solidFill>
                  <a:srgbClr val="092045"/>
                </a:solidFill>
                <a:latin typeface="Inter"/>
              </a:rPr>
              <a:t>Pruebas de recepción de fondos</a:t>
            </a:r>
          </a:p>
          <a:p>
            <a:pPr lvl="0" indent="-342900" marL="34290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sz="1800">
                <a:solidFill>
                  <a:srgbClr val="092045"/>
                </a:solidFill>
                <a:latin typeface="Inter"/>
              </a:rPr>
              <a:t>Resolver dudas específicas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Cada grupo tendrá un facilitador</a:t>
            </a:r>
            <a:r>
              <a:rPr sz="1800">
                <a:solidFill>
                  <a:srgbClr val="092045"/>
                </a:solidFill>
                <a:latin typeface="Inter"/>
              </a:rPr>
              <a:t> para asistencia personalizada.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Después del Workshop 1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Workshop 2 (Dic 8-14):</a:t>
            </a:r>
            <a:r>
              <a:rPr sz="1800">
                <a:solidFill>
                  <a:srgbClr val="092045"/>
                </a:solidFill>
                <a:latin typeface="Inter"/>
              </a:rPr>
              <a:t> Documentación de impacto con KarmaGap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Horas de oficina:</a:t>
            </a:r>
            <a:r>
              <a:rPr sz="1800">
                <a:solidFill>
                  <a:srgbClr val="092045"/>
                </a:solidFill>
                <a:latin typeface="Inter"/>
              </a:rPr>
              <a:t> Soporte continuo disponible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Desembolso Fase 1:</a:t>
            </a:r>
            <a:r>
              <a:rPr sz="1800">
                <a:solidFill>
                  <a:srgbClr val="092045"/>
                </a:solidFill>
                <a:latin typeface="Inter"/>
              </a:rPr>
              <a:t> Fin de diciembre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Workshop 3:</a:t>
            </a:r>
            <a:r>
              <a:rPr sz="1800">
                <a:solidFill>
                  <a:srgbClr val="092045"/>
                </a:solidFill>
                <a:latin typeface="Inter"/>
              </a:rPr>
              <a:t> Métricas de impacto y medición regenerativa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Documentación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Guía del Proyecto:</a:t>
            </a:r>
            <a:r>
              <a:rPr sz="1800">
                <a:solidFill>
                  <a:srgbClr val="092045"/>
                </a:solidFill>
                <a:latin typeface="Inter"/>
              </a:rPr>
              <a:t> regenerant-catalunya.refibcn.cat/program/project-guidebook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Herramientas:</a:t>
            </a:r>
            <a:r>
              <a:rPr sz="1800">
                <a:solidFill>
                  <a:srgbClr val="092045"/>
                </a:solidFill>
                <a:latin typeface="Inter"/>
              </a:rPr>
              <a:t> regenerant-catalunya.refibcn.cat/program/tools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Recursos:</a:t>
            </a:r>
            <a:r>
              <a:rPr sz="1800">
                <a:solidFill>
                  <a:srgbClr val="092045"/>
                </a:solidFill>
                <a:latin typeface="Inter"/>
              </a:rPr>
              <a:t> regenerant-catalunya.refibcn.cat/resources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Contacto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Email:</a:t>
            </a:r>
            <a:r>
              <a:rPr sz="1800">
                <a:solidFill>
                  <a:srgbClr val="092045"/>
                </a:solidFill>
                <a:latin typeface="Inter"/>
              </a:rPr>
              <a:t> hola@refibcn.cat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Preguntas y Respuestas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¿Tienes preguntas?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sz="1800">
                <a:solidFill>
                  <a:srgbClr val="092045"/>
                </a:solidFill>
                <a:latin typeface="Inter"/>
              </a:rPr>
              <a:t>Estamos aquí para ayudarte.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Gracias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¡Bienvenidos a Regenerant Catalunya!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453732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Construyendo infraestructura para regeneración bioregional en Cataluña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  <a:defRPr sz="3200" b="1">
                <a:solidFill>
                  <a:srgbClr val="214033"/>
                </a:solidFill>
                <a:latin typeface="Inter"/>
              </a:defRPr>
            </a:pPr>
            <a:r>
              <a:rPr/>
              <a:t>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ReFi Barcelona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Email:</a:t>
            </a:r>
            <a:r>
              <a:rPr sz="1800">
                <a:solidFill>
                  <a:srgbClr val="092045"/>
                </a:solidFill>
                <a:latin typeface="Inter"/>
              </a:rPr>
              <a:t> hola@refibcn.cat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b="1" sz="1800">
                <a:solidFill>
                  <a:srgbClr val="092045"/>
                </a:solidFill>
                <a:latin typeface="Inter"/>
              </a:rPr>
              <a:t>Website:</a:t>
            </a:r>
            <a:r>
              <a:rPr sz="1800">
                <a:solidFill>
                  <a:srgbClr val="092045"/>
                </a:solidFill>
                <a:latin typeface="Inter"/>
              </a:rPr>
              <a:t> regenerant-catalunya.refibcn.cat</a:t>
            </a:r>
          </a:p>
          <a:p>
            <a:pPr lvl="0" indent="0" marL="0">
              <a:spcBef>
                <a:spcPts val="600"/>
              </a:spcBef>
              <a:spcAft>
                <a:spcPts val="1200"/>
              </a:spcAft>
              <a:buNone/>
            </a:pPr>
            <a:r>
              <a:rPr b="1" sz="1800">
                <a:solidFill>
                  <a:srgbClr val="092045"/>
                </a:solidFill>
                <a:latin typeface="Inter"/>
              </a:rPr>
              <a:t>Síguenos para actualizaciones y recursos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90229"/>
            <a:ext cx="8229600" cy="0"/>
          </a:xfrm>
          <a:prstGeom prst="line">
            <a:avLst/>
          </a:prstGeom>
          <a:ln w="38100">
            <a:solidFill>
              <a:srgbClr val="21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1: Web3 Wallet Education</dc:title>
  <dc:creator>ReFi Barcelona</dc:creator>
  <cp:keywords/>
  <dcterms:created xsi:type="dcterms:W3CDTF">2025-11-17T14:36:54Z</dcterms:created>
  <dcterms:modified xsi:type="dcterms:W3CDTF">2025-11-17T14:36:54Z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  <property fmtid="{D5CDD505-2E9C-101B-9397-08002B2CF9AE}" pid="3" name="institute">
    <vt:lpwstr>Regenerant Catalunya</vt:lpwstr>
  </property>
  <property fmtid="{D5CDD505-2E9C-101B-9397-08002B2CF9AE}" pid="4" name="subtitle">
    <vt:lpwstr>Regenerant Catalunya - Phase 1</vt:lpwstr>
  </property>
</Properties>
</file>